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3bdbcb58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3bdbcb58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3bdbcb58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3bdbcb58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3bdbcb5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3bdbcb5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e3bdbcb58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e3bdbcb58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e3bdbcb58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e3bdbcb58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e4a4a83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e4a4a83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e4a4a835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e4a4a835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4a4a835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4a4a835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e4a4a835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e4a4a835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e4a4a835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e4a4a835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11" Type="http://schemas.openxmlformats.org/officeDocument/2006/relationships/image" Target="../media/image4.png"/><Relationship Id="rId10" Type="http://schemas.openxmlformats.org/officeDocument/2006/relationships/image" Target="../media/image13.png"/><Relationship Id="rId12" Type="http://schemas.openxmlformats.org/officeDocument/2006/relationships/image" Target="../media/image18.png"/><Relationship Id="rId9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5300" y="-927550"/>
            <a:ext cx="8757000" cy="20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Git and Github introduction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910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Sebastião Jerónimo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/>
              <a:t>git and </a:t>
            </a:r>
            <a:r>
              <a:rPr lang="en"/>
              <a:t>github?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is a version controller, it </a:t>
            </a:r>
            <a:r>
              <a:rPr lang="en"/>
              <a:t>controls</a:t>
            </a:r>
            <a:r>
              <a:rPr lang="en"/>
              <a:t> all the changes in your code! </a:t>
            </a:r>
            <a:br>
              <a:rPr lang="en"/>
            </a:br>
            <a:r>
              <a:rPr lang="en"/>
              <a:t>If </a:t>
            </a:r>
            <a:r>
              <a:rPr lang="en"/>
              <a:t>you make a mistake you can go back to a previous version of your code before the mistake!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Github stores your code and all the changes that were made to it! </a:t>
            </a:r>
            <a:br>
              <a:rPr lang="en"/>
            </a:br>
            <a:r>
              <a:rPr lang="en"/>
              <a:t>Github is a website that stores all the code so you can collaborate on it with multiple people at the same time using git!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 install and setup git?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Install it </a:t>
            </a:r>
            <a:r>
              <a:rPr lang="en"/>
              <a:t>it's</a:t>
            </a:r>
            <a:r>
              <a:rPr lang="en"/>
              <a:t> free! </a:t>
            </a:r>
            <a:br>
              <a:rPr lang="en"/>
            </a:br>
            <a:r>
              <a:rPr lang="en"/>
              <a:t>I will leave the link in the comments -&gt; https://git-scm.com/install/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17" y="2365600"/>
            <a:ext cx="3202925" cy="218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459" y="2060372"/>
            <a:ext cx="5418791" cy="279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do I setup github?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266850" y="1144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use github you can just create an account its free!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link will also be in the comments -&gt; https://github.com/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/>
            </a:b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14400"/>
            <a:ext cx="2296175" cy="2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350" y="2677023"/>
            <a:ext cx="5356950" cy="16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create a repository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having git </a:t>
            </a:r>
            <a:r>
              <a:rPr lang="en"/>
              <a:t>installed</a:t>
            </a:r>
            <a:r>
              <a:rPr lang="en"/>
              <a:t> (confirm with git  --version)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created a github account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Lets create a </a:t>
            </a:r>
            <a:r>
              <a:rPr lang="en"/>
              <a:t>github </a:t>
            </a:r>
            <a:r>
              <a:rPr lang="en"/>
              <a:t>repository!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what is a repository?</a:t>
            </a:r>
            <a:br>
              <a:rPr lang="en"/>
            </a:br>
            <a:r>
              <a:rPr lang="en"/>
              <a:t>A repository </a:t>
            </a:r>
            <a:r>
              <a:rPr lang="en"/>
              <a:t>it's</a:t>
            </a:r>
            <a:r>
              <a:rPr lang="en"/>
              <a:t> just a place to store our code so we can work with it using git , this is much better than working locally because we can store our code revert mistakes and work with others at the same time!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git commands for the first time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clone                </a:t>
            </a:r>
            <a:r>
              <a:rPr lang="en" sz="1300">
                <a:solidFill>
                  <a:schemeClr val="dk1"/>
                </a:solidFill>
              </a:rPr>
              <a:t>Bringing the project from the github repository to your computer.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add &lt;specific file&gt;  </a:t>
            </a:r>
            <a:r>
              <a:rPr lang="en" sz="1300">
                <a:solidFill>
                  <a:schemeClr val="dk1"/>
                </a:solidFill>
              </a:rPr>
              <a:t>Choosing the changes that you want to do to the code.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“note”	   </a:t>
            </a:r>
            <a:r>
              <a:rPr lang="en" sz="1300">
                <a:solidFill>
                  <a:schemeClr val="dk1"/>
                </a:solidFill>
              </a:rPr>
              <a:t>Confirming the changes </a:t>
            </a:r>
            <a:r>
              <a:rPr lang="en" sz="1300">
                <a:solidFill>
                  <a:schemeClr val="dk1"/>
                </a:solidFill>
              </a:rPr>
              <a:t>with a note.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push			   </a:t>
            </a:r>
            <a:r>
              <a:rPr lang="en" sz="1300">
                <a:solidFill>
                  <a:schemeClr val="dk1"/>
                </a:solidFill>
              </a:rPr>
              <a:t>Sending the code with your updated changes to the  github repository.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Resolving conflicts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pull			   </a:t>
            </a:r>
            <a:r>
              <a:rPr lang="en" sz="1300">
                <a:solidFill>
                  <a:schemeClr val="dk1"/>
                </a:solidFill>
              </a:rPr>
              <a:t>When you don't have the last version you can pull the changes that you are missing.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40825" y="200400"/>
            <a:ext cx="85635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clone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262275" y="758750"/>
            <a:ext cx="8520600" cy="3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Cloning a repository is getting the files that are stored on the github repository (</a:t>
            </a:r>
            <a:r>
              <a:rPr lang="en"/>
              <a:t>location</a:t>
            </a:r>
            <a:r>
              <a:rPr lang="en"/>
              <a:t> in the cloud) to your computer.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25" y="1796625"/>
            <a:ext cx="3695200" cy="2220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6025" y="1796650"/>
            <a:ext cx="4464000" cy="22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Git Add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272450" y="102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the git add to choose the changes that we want to add to the repository.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50" y="2051700"/>
            <a:ext cx="2026525" cy="4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825" y="2571750"/>
            <a:ext cx="13335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 rotWithShape="1">
          <a:blip r:embed="rId5">
            <a:alphaModFix/>
          </a:blip>
          <a:srcRect b="0" l="0" r="54743" t="0"/>
          <a:stretch/>
        </p:blipFill>
        <p:spPr>
          <a:xfrm>
            <a:off x="403975" y="2895600"/>
            <a:ext cx="2356475" cy="6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825" y="3709700"/>
            <a:ext cx="1390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7">
            <a:alphaModFix/>
          </a:blip>
          <a:srcRect b="34219" l="0" r="0" t="0"/>
          <a:stretch/>
        </p:blipFill>
        <p:spPr>
          <a:xfrm>
            <a:off x="362025" y="4004975"/>
            <a:ext cx="2356475" cy="6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15375" y="2586038"/>
            <a:ext cx="214073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21525" y="2921650"/>
            <a:ext cx="219262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15375" y="3709700"/>
            <a:ext cx="101376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15375" y="4004975"/>
            <a:ext cx="689118" cy="6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04500" y="3987500"/>
            <a:ext cx="1484250" cy="6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3657099" y="4164425"/>
            <a:ext cx="7215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-A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C</a:t>
            </a:r>
            <a:r>
              <a:rPr lang="en"/>
              <a:t>ommit 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git commit to confirm the changes we want to add to the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we commit to the repository we must add a note. ( -m &lt;message&gt;)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Syntax: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Message 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32231"/>
          <a:stretch/>
        </p:blipFill>
        <p:spPr>
          <a:xfrm>
            <a:off x="367650" y="2571750"/>
            <a:ext cx="3748600" cy="4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50" y="3673025"/>
            <a:ext cx="6404150" cy="3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Push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224725" y="1131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confirming the changes with git commit we will send the changes to the repository with git push.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25" y="2032925"/>
            <a:ext cx="4206848" cy="23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5575" y="2405975"/>
            <a:ext cx="1302625" cy="6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/>
        </p:nvSpPr>
        <p:spPr>
          <a:xfrm>
            <a:off x="4852075" y="1948650"/>
            <a:ext cx="22509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Syntax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0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Resolving conflicts with Git Pull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6815000" y="1446225"/>
            <a:ext cx="1881300" cy="20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Before pushing you have to pull the latest changes if you </a:t>
            </a:r>
            <a:r>
              <a:rPr lang="en"/>
              <a:t>don't</a:t>
            </a:r>
            <a:r>
              <a:rPr lang="en"/>
              <a:t> have the updated version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 rotWithShape="1">
          <a:blip r:embed="rId3">
            <a:alphaModFix/>
          </a:blip>
          <a:srcRect b="0" l="0" r="0" t="7851"/>
          <a:stretch/>
        </p:blipFill>
        <p:spPr>
          <a:xfrm>
            <a:off x="311700" y="919875"/>
            <a:ext cx="6323850" cy="411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6815000" y="3701575"/>
            <a:ext cx="21534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Syntax</a:t>
            </a:r>
            <a:r>
              <a:rPr lang="en" sz="1800">
                <a:solidFill>
                  <a:schemeClr val="dk2"/>
                </a:solidFill>
              </a:rPr>
              <a:t>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Git pull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